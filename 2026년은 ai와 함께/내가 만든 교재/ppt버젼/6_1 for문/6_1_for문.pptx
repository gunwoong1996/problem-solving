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6.1 for 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range / enumerate / zip</a:t>
            </a:r>
          </a:p>
          <a:p>
            <a:r>
              <a:t>실전 반복 패턴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 문은 정해진 횟수 또는 자료구조를 순회한다</a:t>
            </a:r>
          </a:p>
          <a:p>
            <a:r>
              <a:t>• range는 숫자 반복의 기본</a:t>
            </a:r>
          </a:p>
          <a:p>
            <a:r>
              <a:t>• enumerate, zip은 코딩 테스트 단골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range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range(5):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range 응용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range(1, 6)     # 1 ~ 5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range(0, 10, 2) # 0,2,4,6,8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1: 1부터 n까지 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 = int(input())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total = 0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range(1, n+1):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total += i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print(total)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2: 리스트 인덱스 접근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[10, 20, 30]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range(len(arr)):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print(i, arr[i])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3: enumerate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arr = ['a', 'b', 'c']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idx, val in enumerate(arr):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print(idx, val)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4: enumerate 시작값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i, v in enumerate(arr, start=1):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print(i, v)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5: 문자열 순회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 = 'python'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i, ch in enumerate(s):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print(i, ch)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6: zip 기본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names = ['kim', 'lee']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scores = [90, 80]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n, s in zip(names, scores):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print(n, 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7: zip 길이 주의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a = [1, 2, 3]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b = [10, 20]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x, y in zip(a, b):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print(x, 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8: 이중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range(2):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for j in range(3):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print(i, j)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9: 조건 포함 반복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% 3 == 0: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print(i)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0F0F0"/>
                </a:solidFill>
              </a:defRPr>
            </a:pPr>
            <a:r>
              <a:t>예제 10: break 사용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if i == 5: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    break</a:t>
            </a:r>
          </a:p>
          <a:p>
            <a:pPr>
              <a:defRPr sz="1600">
                <a:solidFill>
                  <a:srgbClr val="DCDCDC"/>
                </a:solidFill>
                <a:latin typeface="Consolas"/>
              </a:defRPr>
            </a:pPr>
            <a:r>
              <a:t>    print(i)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코딩 테스트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enumerate는 인덱스 필요할 때 최선</a:t>
            </a:r>
          </a:p>
          <a:p>
            <a:r>
              <a:t>• zip은 가장 짧은 길이에 맞춰 반복</a:t>
            </a:r>
          </a:p>
          <a:p>
            <a:r>
              <a:t>• range 범위 실수 매우 빈번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한 줄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문은 range, enumerate, zip으로 완성된다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