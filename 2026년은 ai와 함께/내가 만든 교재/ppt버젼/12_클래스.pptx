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12. 클래스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</a:t>
            </a:r>
          </a:p>
          <a:p>
            <a:r>
              <a:t>객체지향 프로그래밍의 시작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클래스는 사용자 정의 자료형이다</a:t>
            </a:r>
          </a:p>
          <a:p>
            <a:r>
              <a:t>• 데이터(속성)와 기능(메서드)을 묶는다</a:t>
            </a:r>
          </a:p>
          <a:p>
            <a:r>
              <a:t>• 객체를 생성하기 위한 설계도 역할을 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Person: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__init__(self, name, age):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self.name = name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self.age = age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greet(self):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print(f'안녕하세요 {self.name}')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객체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 = Person('kim', 20)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p.greet()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print(p.age)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 : 속성과 메서드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Dog: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__init__(self, name):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self.name = name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bark(self):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print('멍멍')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2 : 여러 객체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 = Dog('초코')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b = Dog('쿠키')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3 : 기본값 속성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User: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__init__(self, name, level=1):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self.name = name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self.level =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4 : 상태 변경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Counter: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self.cnt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inc(self):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self.cnt +=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5 : 계산 클래스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Calc: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add(self, a, b):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return a + 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6 : __str__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Person: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__str__(self):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return '사람 객체'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7 : 클래스 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Student: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school = 'ABC'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__init__(self, name):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self.name = name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8 : 인스턴스 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 = Student('kim')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print(s.school)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9 : 메서드 내부 호출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A: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f(self):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self.g()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g(self):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print('call')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10 : 객체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people = [Person('a',10), Person('b',20)]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p in people: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print(p.name)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클래스는 문제 단순화용 도구</a:t>
            </a:r>
          </a:p>
          <a:p>
            <a:r>
              <a:t>• __init__과 self 이해 필수</a:t>
            </a:r>
          </a:p>
          <a:p>
            <a:r>
              <a:t>• 과도한 객체지향은 오히려 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클래스는 데이터를 구조적으로 관리하기 위한 도구다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