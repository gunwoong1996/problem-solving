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6.2 while 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조건 기반 반복</a:t>
            </a:r>
          </a:p>
          <a:p>
            <a:r>
              <a:t>종료 조건 설계가 핵심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while 문은 조건이 True인 동안 반복된다</a:t>
            </a:r>
          </a:p>
          <a:p>
            <a:r>
              <a:t>• 반복 횟수가 정해지지 않았을 때 사용한다</a:t>
            </a:r>
          </a:p>
          <a:p>
            <a:r>
              <a:t>• 종료 조건 설계가 가장 중요하다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while 기본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 = 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while i &lt; 3: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print(i)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 +=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무한 루프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while True: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# 종료 조건 필요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break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1: 1부터 5까지 출력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 = 1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while i &lt;= 5: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print(i)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 +=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2: 입력 반복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while True: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x = input()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if x == 'q':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break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3: 누적 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total = 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 = 1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while i &lt;= 5: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total += i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 += 1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print(total)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4: 조건 만족 시 종료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 = 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while i &lt; 10: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if i == 3: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break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print(i)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 +=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5: continue 사용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 = 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while i &lt; 5: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 += 1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if i == 3: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continue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6: 리스트 순회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arr = [10, 20, 30]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 = 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while i &lt; len(arr):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print(arr[i])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 +=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7: 조건 입력까지 반복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while True: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pw = input()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if len(pw) &gt;= 8: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break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8: 플래그 패턴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found = False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 = 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while i &lt; 5 and not found: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if i == 4: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found = True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 +=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9: 메뉴 반복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while True: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print('1. 시작 2. 종료')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sel = input()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if sel == '2':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break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10: 안전한 종료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 = 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while i &lt; 3: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print(i)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 +=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while True 사용 시 break 필수</a:t>
            </a:r>
          </a:p>
          <a:p>
            <a:r>
              <a:t>• 종료 조건 없으면 무한 루프</a:t>
            </a:r>
          </a:p>
          <a:p>
            <a:r>
              <a:t>• 입력 반복 문제에 매우 자주 사용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while 문은 종료 조건 설계가 전부다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