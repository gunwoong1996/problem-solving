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3. 입출력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Input / Output</a:t>
            </a:r>
          </a:p>
          <a:p>
            <a:r>
              <a:t>모든 문제의 시작과 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개념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• input()은 한 줄을 문자열로 입력받는다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print()는 결과를 출력한다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출력 형식이 틀리면 오답 처리된다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입력 기본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name = input()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print(name)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여러 값 입력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a, b = input().split()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print(a, 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1 : 정수 입력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n = int(input())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print(n * 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2 : 여러 정수 입력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a, b = map(int, input().split())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print(a + 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3 : 리스트 입력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arr = list(map(int, input().split()))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print(arr)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4 : 줄바꿈 출력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print("hello")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print("world")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5 : 한 줄 출력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print("a", "b", "c")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6 : 구분자 변경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print(1, 2, 3, sep='-')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7 : 줄바꿈 제어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print(1, end=' ')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8 : f-string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name = "kim"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age = 20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print(f"{name} {age}")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9 : 출력 포맷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print("%d %d" % (3, 5))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10 : 반복 출력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for i in range(3):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print(i)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코딩 테스트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• 입력은 항상 문자열 → 형 변환 필수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출력 형식(공백, 줄바꿈) 엄격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f-string은 가독성 최고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한 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입출력은 문제 조건을 그대로 구현하는 기술이다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