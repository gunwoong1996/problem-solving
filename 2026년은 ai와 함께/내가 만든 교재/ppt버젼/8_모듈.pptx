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8. 모듈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</a:t>
            </a:r>
          </a:p>
          <a:p>
            <a:r>
              <a:t>기능을 묶어서 가져다 쓴다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모듈은 함수, 변수, 클래스를 모아둔 파일이다</a:t>
            </a:r>
          </a:p>
          <a:p>
            <a:r>
              <a:t>• import로 불러와서 사용한다</a:t>
            </a:r>
          </a:p>
          <a:p>
            <a:r>
              <a:t>• 코드 재사용과 관리에 필수적이다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import 기본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import math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print(math.sqrt(16))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from 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from math import sqrt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print(sqrt(25))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1: random 모듈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import random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print(random.randint(1, 10))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2: datetime 모듈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import datetime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print(datetime.date.today())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3: math 상수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import math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print(math.pi)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4: 별칭 사용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import math as m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print(m.sqrt(9))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5: 필요한 것만 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from math import factorial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print(factorial(5))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6: sys 입력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import sys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data = sys.stdin.readline()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7: sys 종료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import sys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sys.exit()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8: 사용자 정의 모듈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# myutil.py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add(a, b):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a + 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9: 사용자 모듈 사용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import myutil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print(myutil.add(3, 4))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10: __name__ 사용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__name__ == '__main__':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print('실행 파일')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math, sys, random은 단골 모듈</a:t>
            </a:r>
          </a:p>
          <a:p>
            <a:r>
              <a:t>• sys.stdin.readline()은 빠른 입력</a:t>
            </a:r>
          </a:p>
          <a:p>
            <a:r>
              <a:t>• 별칭(as) 활용으로 가독성 향상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모듈은 기능을 나눠서 효율적으로 관리하게 해준다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