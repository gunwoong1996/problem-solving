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코딩 테스트 전용 문제집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Python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60704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입출력 · 조건문 · 반복문 · 자료구조 · 함수 · 예외 · 클래스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각 문제: 입력/출력 형식 + 예시 포함 · 난이도(Lv1~Lv3) 표시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제작: PPT 코딩 교재 프로젝트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30 Problems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INDEX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88136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463040"/>
            <a:ext cx="10332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F172A"/>
                </a:solidFill>
              </a:defRPr>
            </a:pPr>
            <a:r>
              <a:t>• Lv1 (기초): 1~6, 8, 14, 27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• Lv2 (실전): 7, 9~13, 15~16, 19~25, 28, 30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• Lv3 (심화): 17~18, 26, 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팁: Lv1 → Lv2 → Lv3 순서로 풀면 가장 효율적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문제 1. A+B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Lv1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두 정수 A와 B가 주어진다. A+B를 출력하라.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1343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한 줄에 A B (공백 구분)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출력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36391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A+B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예시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593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예시 입력/출력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69080"/>
            <a:ext cx="10972800" cy="118872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78808"/>
            <a:ext cx="10607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입력]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3 5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49240"/>
            <a:ext cx="10972800" cy="9144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458968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출력]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힌트: 입력은 문자열이므로 int로 변환.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Lv1 · Problem 1/30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문제 2. 나머지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Lv1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정수 N이 주어진다. N을 10으로 나눈 나머지를 출력하라.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1343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정수 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출력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36391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N %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예시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593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예시 입력/출력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69080"/>
            <a:ext cx="10972800" cy="118872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78808"/>
            <a:ext cx="10607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입력]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127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49240"/>
            <a:ext cx="10972800" cy="9144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458968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출력]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힌트: % 연산자 사용.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Lv1 · Problem 2/30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문제 3. 짝수/홀수 판별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Lv1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정수 N이 주어진다. 짝수면 EVEN, 홀수면 ODD를 출력하라.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1343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정수 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출력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36391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EVEN 또는 ODD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예시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593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예시 입력/출력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69080"/>
            <a:ext cx="10972800" cy="118872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78808"/>
            <a:ext cx="10607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입력]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49240"/>
            <a:ext cx="10972800" cy="9144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458968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출력]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ODD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힌트: n%2==0 확인.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Lv1 · Problem 3/30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문제 4. 최댓값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Lv1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세 정수 A,B,C 중 최댓값을 출력하라.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1343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한 줄에 A B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출력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36391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최댓값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예시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593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예시 입력/출력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69080"/>
            <a:ext cx="10972800" cy="118872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78808"/>
            <a:ext cx="10607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입력]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3 9 7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49240"/>
            <a:ext cx="10972800" cy="9144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458968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출력]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힌트: max 함수 사용.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Lv1 · Problem 4/30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문제 5. 점수 등급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Lv1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점수 S(0~100)가 주어질 때 A(90+), B(80+), C(70+), D(60+), F를 출력하라.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1343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정수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출력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36391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등급 문자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예시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593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예시 입력/출력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69080"/>
            <a:ext cx="10972800" cy="118872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78808"/>
            <a:ext cx="10607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입력]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85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49240"/>
            <a:ext cx="10972800" cy="9144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458968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출력]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힌트: 조건 순서 중요.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Lv1 · Problem 5/30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문제 6. 구간 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Lv1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정수 N이 주어진다. 1부터 N까지의 합을 출력하라.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1343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정수 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출력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36391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1..N의 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예시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593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예시 입력/출력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69080"/>
            <a:ext cx="10972800" cy="118872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78808"/>
            <a:ext cx="10607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입력]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49240"/>
            <a:ext cx="10972800" cy="9144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458968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출력]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힌트: for 누적합.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Lv1 · Problem 6/30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문제 7. 배수 카운트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Lv2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정수 N이 주어진다. 1~N 사이에서 3의 배수 개수를 출력하라.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1343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정수 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출력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36391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개수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예시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593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예시 입력/출력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69080"/>
            <a:ext cx="10972800" cy="118872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78808"/>
            <a:ext cx="10607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입력]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49240"/>
            <a:ext cx="10972800" cy="9144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458968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출력]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힌트: range(1,n+1)에서 조건 체크.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Lv2 · Problem 7/30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문제 8. 문자열 뒤집기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Lv1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문자열 S를 뒤집어서 출력하라.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1343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문자열 S(공백 없음)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출력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36391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뒤집힌 문자열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예시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593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예시 입력/출력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69080"/>
            <a:ext cx="10972800" cy="118872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78808"/>
            <a:ext cx="10607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입력]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python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49240"/>
            <a:ext cx="10972800" cy="9144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458968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출력]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nohtyp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힌트: 슬라이싱 [::-1].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Lv1 · Problem 8/30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문제 9. 부분 문자열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Lv2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문자열 S와 두 정수 L,R이 주어진다(0-index). S[L:R]을 출력하라. (R은 포함하지 않음)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1343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첫 줄 S</a:t>
            </a:r>
            <a:br/>
            <a:r>
              <a:t>둘째 줄 L 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출력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36391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S[L:R]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예시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593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예시 입력/출력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69080"/>
            <a:ext cx="10972800" cy="118872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78808"/>
            <a:ext cx="10607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입력]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abcdef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1 4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49240"/>
            <a:ext cx="10972800" cy="9144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458968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출력]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bcd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힌트: 파이썬 슬라이싱 규칙 사용.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Lv2 · Problem 9/30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문제 10. 단어 개수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Lv2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문장(공백 포함) 한 줄이 주어진다. 단어 개수를 출력하라. (연속 공백은 없다고 가정)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1343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한 줄 문자열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출력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36391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단어 개수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예시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593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예시 입력/출력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69080"/>
            <a:ext cx="10972800" cy="118872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78808"/>
            <a:ext cx="10607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입력]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i love python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49240"/>
            <a:ext cx="10972800" cy="9144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458968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출력]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힌트: split() 활용.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Lv2 · Problem 10/30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문제 11. 빈도수 세기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Lv2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정수 N과 N개의 정수가 주어진다. 각 숫자의 등장 횟수를 딕셔너리로 세어, 가장 많이 나온 숫자와 횟수를 출력하라.</a:t>
            </a:r>
            <a:br/>
            <a:r>
              <a:t>(동률이면 더 작은 숫자)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1343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첫 줄 N</a:t>
            </a:r>
            <a:br/>
            <a:r>
              <a:t>둘째 줄 N개 정수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출력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36391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가장 많이 나온 숫자와 횟수 (공백 구분)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예시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593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예시 입력/출력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69080"/>
            <a:ext cx="10972800" cy="118872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78808"/>
            <a:ext cx="10607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입력]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7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1 2 2 3 3 3 2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49240"/>
            <a:ext cx="10972800" cy="9144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458968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출력]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2 3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힌트: dict.get으로 누적, 최대 갱신.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Lv2 · Problem 11/30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문제 12. 좌표 이동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Lv2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명령 문자열이 주어진다. U/D/L/R에 따라 (0,0)에서 이동 후 최종 좌표를 출력하라.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1343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명령 문자열 (예: UURDL)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출력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36391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x 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예시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593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예시 입력/출력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69080"/>
            <a:ext cx="10972800" cy="118872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78808"/>
            <a:ext cx="10607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입력]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UURDL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49240"/>
            <a:ext cx="10972800" cy="9144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458968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출력]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0 1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힌트: 딕셔너리로 이동량 매핑.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Lv2 · Problem 12/30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문제 13. 리스트 필터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Lv2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정수 N과 N개의 정수가 주어진다. 짝수만 출력하라(공백 구분). 없으면 EMPTY 출력.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1343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첫 줄 N</a:t>
            </a:r>
            <a:br/>
            <a:r>
              <a:t>둘째 줄 N개 정수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출력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36391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짝수들 또는 EMPTY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예시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593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예시 입력/출력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69080"/>
            <a:ext cx="10972800" cy="118872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78808"/>
            <a:ext cx="10607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입력]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5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1 2 3 4 5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49240"/>
            <a:ext cx="10972800" cy="9144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458968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출력]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2 4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힌트: 리스트 컴프리헨션 or 반복.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Lv2 · Problem 13/30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문제 14. 최소/최대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Lv1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정수 N과 N개의 정수가 주어진다. 최소값과 최대값을 출력하라.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1343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첫 줄 N</a:t>
            </a:r>
            <a:br/>
            <a:r>
              <a:t>둘째 줄 N개 정수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출력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36391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min max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예시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593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예시 입력/출력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69080"/>
            <a:ext cx="10972800" cy="118872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78808"/>
            <a:ext cx="10607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입력]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4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5 2 9 1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49240"/>
            <a:ext cx="10972800" cy="9144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458968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출력]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1 9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힌트: min, max 사용.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Lv1 · Problem 14/30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문제 15. 회문 판별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Lv2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문자열 S가 주어진다. 회문이면 YES 아니면 NO 출력.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1343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문자열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출력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36391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YES 또는 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예시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593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예시 입력/출력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69080"/>
            <a:ext cx="10972800" cy="118872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78808"/>
            <a:ext cx="10607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입력]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level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49240"/>
            <a:ext cx="10972800" cy="9144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458968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출력]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YES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힌트: s == s[::-1].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Lv2 · Problem 15/30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문제 16. 두 리스트 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Lv2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정수 N, 그리고 길이 N인 두 리스트 A,B가 주어진다. 같은 인덱스끼리 더한 리스트를 출력하라.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1343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첫 줄 N</a:t>
            </a:r>
            <a:br/>
            <a:r>
              <a:t>둘째 줄 A</a:t>
            </a:r>
            <a:br/>
            <a:r>
              <a:t>셋째 줄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출력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36391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N개 정수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예시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593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예시 입력/출력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69080"/>
            <a:ext cx="10972800" cy="118872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78808"/>
            <a:ext cx="10607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입력]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3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1 2 3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4 5 6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49240"/>
            <a:ext cx="10972800" cy="9144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458968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출력]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5 7 9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힌트: zip 또는 map.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Lv2 · Problem 16/30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문제 17. 최대 연속합(간단)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Lv3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정수 N과 수열이 주어진다. 연속 부분 수열의 최대 합을 출력하라. (Kadane)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1343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첫 줄 N</a:t>
            </a:r>
            <a:br/>
            <a:r>
              <a:t>둘째 줄 N개 정수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출력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36391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최대 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예시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593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예시 입력/출력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69080"/>
            <a:ext cx="10972800" cy="118872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78808"/>
            <a:ext cx="10607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입력]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5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-1 3 -2 5 -4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49240"/>
            <a:ext cx="10972800" cy="9144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458968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출력]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힌트: dp(현재까지 최대) 갱신.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Lv3 · Problem 17/30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문제 18. 괄호 검사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Lv3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괄호 문자열 S가 주어진다. 올바른 괄호면 YES, 아니면 NO.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1343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괄호 문자열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출력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36391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YES 또는 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예시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593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예시 입력/출력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69080"/>
            <a:ext cx="10972800" cy="118872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78808"/>
            <a:ext cx="10607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입력]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(()())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49240"/>
            <a:ext cx="10972800" cy="9144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458968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출력]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YES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힌트: 스택(카운터) 사용.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Lv3 · Problem 18/30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문제 19. 문자 빈도 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Lv2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문자열 S에서 가장 많이 등장한 문자와 횟수를 출력하라. (동률이면 사전순으로 가장 앞)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1343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문자열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출력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36391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문자 횟수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예시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593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예시 입력/출력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69080"/>
            <a:ext cx="10972800" cy="118872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78808"/>
            <a:ext cx="10607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입력]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banana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49240"/>
            <a:ext cx="10972800" cy="9144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458968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출력]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a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힌트: dict로 카운트.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Lv2 · Problem 19/30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문제 20. 좌표 정렬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Lv2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N개의 (x,y)가 주어진다. x 오름차순, x가 같으면 y 오름차순으로 정렬해 출력하라.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1343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첫 줄 N</a:t>
            </a:r>
            <a:br/>
            <a:r>
              <a:t>이후 N줄 x 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출력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36391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정렬된 좌표 N줄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예시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593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예시 입력/출력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69080"/>
            <a:ext cx="10972800" cy="118872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78808"/>
            <a:ext cx="10607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입력]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3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2 2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1 3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2 1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49240"/>
            <a:ext cx="10972800" cy="9144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458968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출력]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1 3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2 1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2 2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힌트: sort(key=...) 사용.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Lv2 · Problem 20/30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문제 21. 함수로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Lv2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정수 N이 주어진다. N이 소수면 PRIME, 아니면 COMPOSITE를 출력하라. (N&gt;=2)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1343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정수 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출력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36391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PRIME 또는 COMPOSITE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예시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593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예시 입력/출력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69080"/>
            <a:ext cx="10972800" cy="118872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78808"/>
            <a:ext cx="10607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입력]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17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49240"/>
            <a:ext cx="10972800" cy="9144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458968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출력]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PRIME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힌트: sqrt(N)까지 나눠보기. 함수로 만들기.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Lv2 · Problem 21/30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문제 22. 예외 안전 입력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Lv2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정수가 입력될 때까지 계속 입력을 받는다. 정수가 입력되면 그 값을 출력하고 종료한다.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1343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여러 줄 입력 (정수 아닌 값 포함 가능)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출력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36391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첫 정상 정수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예시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593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예시 입력/출력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69080"/>
            <a:ext cx="10972800" cy="118872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78808"/>
            <a:ext cx="10607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입력]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a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3.5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49240"/>
            <a:ext cx="10972800" cy="9144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458968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출력]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힌트: try/except ValueError.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Lv2 · Problem 22/30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문제 23. map 응용: 자리수 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Lv2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정수 N이 주어진다. 각 자리수의 합을 출력하라.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1343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정수 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출력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36391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자리수 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예시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593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예시 입력/출력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69080"/>
            <a:ext cx="10972800" cy="118872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78808"/>
            <a:ext cx="10607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입력]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1234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49240"/>
            <a:ext cx="10972800" cy="9144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458968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출력]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힌트: 문자열로 바꾼 뒤 map(int).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Lv2 · Problem 23/30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문제 24. 슬라이싱: 회전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Lv2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문자열 S와 정수 K가 주어진다. S를 왼쪽으로 K칸 회전한 결과를 출력하라. (K는 0~len(S)-1)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1343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첫 줄 S</a:t>
            </a:r>
            <a:br/>
            <a:r>
              <a:t>둘째 줄 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출력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36391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회전 문자열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예시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593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예시 입력/출력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69080"/>
            <a:ext cx="10972800" cy="118872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78808"/>
            <a:ext cx="10607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입력]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abcdef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49240"/>
            <a:ext cx="10972800" cy="9144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458968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출력]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cdefab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힌트: s[k:]+s[:k].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Lv2 · Problem 24/30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문제 25. 딕셔너리: 전화번호부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Lv2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N개의 (이름, 번호) 저장 후, Q개의 이름이 주어질 때 번호를 출력하라. 없으면 NOT FOUND.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1343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첫 줄 N</a:t>
            </a:r>
            <a:br/>
            <a:r>
              <a:t>이후 N줄 name phone</a:t>
            </a:r>
            <a:br/>
            <a:r>
              <a:t>다음 줄 Q</a:t>
            </a:r>
            <a:br/>
            <a:r>
              <a:t>이후 Q줄 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출력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36391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각 질의마다 번호 또는 NOT FOUND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예시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593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예시 입력/출력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69080"/>
            <a:ext cx="10972800" cy="118872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78808"/>
            <a:ext cx="10607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입력]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2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kim 010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lee 011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3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kim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park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lee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49240"/>
            <a:ext cx="10972800" cy="9144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458968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출력]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010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NOT FOUND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011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힌트: dict 저장 후 get.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Lv2 · Problem 25/30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문제 26. 리스트: 중복 제거(순서 유지)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Lv3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정수 N과 N개의 정수가 주어진다. 중복을 제거하되, 처음 등장한 순서를 유지해 출력하라.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1343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첫 줄 N</a:t>
            </a:r>
            <a:br/>
            <a:r>
              <a:t>둘째 줄 N개 정수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출력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36391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중복 제거된 수열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예시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593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예시 입력/출력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69080"/>
            <a:ext cx="10972800" cy="118872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78808"/>
            <a:ext cx="10607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입력]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8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1 2 2 3 1 4 4 5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49240"/>
            <a:ext cx="10972800" cy="9144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458968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출력]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1 2 3 4 5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힌트: set으로 방문 체크.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Lv3 · Problem 26/30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문제 27. 반복문: 구구단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Lv1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정수 N(2~9)이 주어진다. N단을 출력하라. (N*1..9)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1343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정수 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출력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36391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N*1..9 출력(한 줄에 하나)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예시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593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예시 입력/출력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69080"/>
            <a:ext cx="10972800" cy="118872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78808"/>
            <a:ext cx="10607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입력]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49240"/>
            <a:ext cx="10972800" cy="9144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458968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출력]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3*1=3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3*2=6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3*3=9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힌트: for i in range(1,10).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Lv1 · Problem 27/30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문제 28. 함수: 문자열 정규화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Lv2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문자열 S가 주어진다. 모든 알파벳을 소문자로, 양끝 공백을 제거해 출력하는 함수 normalize(s)를 작성하고 사용하라.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1343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한 줄 문자열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출력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36391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정규화된 문자열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예시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593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예시 입력/출력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69080"/>
            <a:ext cx="10972800" cy="118872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78808"/>
            <a:ext cx="10607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입력]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  HeLLo 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49240"/>
            <a:ext cx="10972800" cy="9144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458968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출력]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hello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힌트: strip + lower.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Lv2 · Problem 28/30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문제 29. 클래스: 간단한 은행계좌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Lv3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BankAccount 클래스를 만들고 deposit/withdraw를 구현하라. 입금/출금 로그가 주어질 때 최종 잔액을 출력하라.</a:t>
            </a:r>
            <a:br/>
            <a:r>
              <a:t>(잔액 부족 출금은 무시)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1343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첫 줄 잔액 B</a:t>
            </a:r>
            <a:br/>
            <a:r>
              <a:t>둘째 줄 N</a:t>
            </a:r>
            <a:br/>
            <a:r>
              <a:t>이후 N줄: D x 또는 W 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출력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36391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최종 잔액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예시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593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예시 입력/출력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69080"/>
            <a:ext cx="10972800" cy="118872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78808"/>
            <a:ext cx="10607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입력]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100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5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D 50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W 30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W 200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D 10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W 20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49240"/>
            <a:ext cx="10972800" cy="9144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458968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출력]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110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힌트: 메서드로 상태 변경.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Lv3 · Problem 29/30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문제 30. 예외: 안전한 나눗셈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75569"/>
                </a:solidFill>
              </a:defRPr>
            </a:pPr>
            <a:r>
              <a:t>Lv2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164592"/>
            <a:ext cx="1645920" cy="3657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5F5"/>
                </a:solidFill>
              </a:defRPr>
            </a:pPr>
            <a:r>
              <a:t>Lv2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0759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두 정수 A,B가 주어진다. A/B를 출력하되, B가 0이면 0을 출력하라.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1343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한 줄 A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출력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36391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A/B 또는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예시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59352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defRPr sz="1600">
                <a:solidFill>
                  <a:srgbClr val="0F172A"/>
                </a:solidFill>
              </a:defRPr>
            </a:pPr>
            <a:r>
              <a:t>예시 입력/출력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69080"/>
            <a:ext cx="10972800" cy="118872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78808"/>
            <a:ext cx="10607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입력]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10 0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49240"/>
            <a:ext cx="10972800" cy="9144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458968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[예시 출력]</a:t>
            </a:r>
          </a:p>
          <a:p>
            <a:pPr>
              <a:defRPr sz="1400">
                <a:solidFill>
                  <a:srgbClr val="F5F5F5"/>
                </a:solidFill>
                <a:latin typeface="Consolas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힌트: try/except 또는 조건.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475569"/>
                </a:solidFill>
              </a:defRPr>
            </a:pPr>
            <a:r>
              <a:t>Lv2 · Problem 30/30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