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코딩 테스트 전용 해설집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각 문제: 풀이 요약 + 정답 코드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코드는 VSCode 다크 스타일로 제공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문제집과 세트로 사용하세요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1. A+B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기본 입력/출력 패턴(map + split).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입력은 문자열이므로 int로 변환.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a, b = map(int, input().split())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print(a +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1/30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2. 나머지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모듈로 연산 기초.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% 연산자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print(n % 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2/30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3. 짝수/홀수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삼항 연산자로 한 줄 처리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n%2==0 확인.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print('EVEN' if n % 2 == 0 else 'ODD')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3/30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4. 최댓값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내장함수 max.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max 함수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a, b, c = map(int, input().split())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print(max(a, b, c))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4/30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5. 점수 등급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if-elif-else 기본.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조건 순서 중요.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if s &gt;= 90: print('A')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elif s &gt;= 80: print('B')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elif s &gt;= 70: print('C')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elif s &gt;= 60: print('D')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else: print('F')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5/30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6. 구간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for + range 기본 패턴.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for 누적합.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total = 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i in range(1, n + 1):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total += i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print(total)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6/30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7. 배수 카운트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조건 포함 반복.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range(1,n+1)에서 조건 체크.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cnt = 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i in range(1, n + 1):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i % 3 == 0: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cnt +=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print(cnt)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7/30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8. 문자열 뒤집기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슬라이싱 단골.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슬라이싱 [::-1].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print(s[::-1])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8/30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9. 부분 문자열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끝 인덱스는 포함하지 않음.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파이썬 슬라이싱 규칙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l, r = map(int, input().split())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print(s[l:r])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9/30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10. 단어 개수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split은 공백 기준 분리.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split() 활용.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line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print(len(line.split()))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10/30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11. 빈도수 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딕셔너리 누적 + tie-break.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dict.get으로 누적, 최대 갱신.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cnt = {}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x in arr: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cnt[x] = cnt.get(x, 0) + 1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best_num = None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best_cnt = -1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k, v in cnt.items():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v &gt; best_cnt or (v == best_cnt and k &lt; best_num):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best_num, best_cnt = k, v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print(best_num, best_cnt)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11/30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12. 좌표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매핑 활용하면 if-elif 줄어듦.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딕셔너리로 이동량 매핑.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cmd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move = {'U': (0, 1), 'D': (0, -1), 'L': (-1, 0), 'R': (1, 0)}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x = y = 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c in cmd: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dx, dy = move[c]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x += dx; y += dy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print(x, 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12/30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13. 리스트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출력 포맷 주의.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리스트 컴프리헨션 or 반복.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evens = [x for x in arr if x % 2 == 0]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print('EMPTY' if not evens else ' '.join(map(str, evens)))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13/30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14. 최소/최대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입력 크면 sys.stdin.readline 고려.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min, max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print(min(arr), max(arr))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14/30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15. 회문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슬라이싱 활용.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 == s[::-1].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print('YES' if s == s[::-1] else 'NO')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15/30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16. 두 리스트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zip은 짧은 길이에 맞춤.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zip 또는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 = [x + y for x, y in zip(a, b)]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 '.join(map(str, c)))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16/30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17. 최대 연속합(간단)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대표 DP 입문.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dp(현재까지 최대) 갱신.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best = cur = arr[0]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x in arr[1:]: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cur = max(x, cur + 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best = max(best, cur)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print(best)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Solution 17/30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18. 괄호 검사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스택의 가장 기본.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스택(카운터)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bal = 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ok = True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ch in s: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ch == '(':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bal +=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else: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bal -=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if bal &lt; 0: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    ok = False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    break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if ok and bal == 0: print('YES')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else: print('NO')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Solution 18/30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19. 문자 빈도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tie-break는 정렬 또는 조건으로 처리.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dict로 카운트.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cnt = {}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ch in s: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cnt[ch] = cnt.get(ch, 0) + 1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best_ch = None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best = -1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ch, v in cnt.items():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v &gt; best or (v == best and (best_ch is None or ch &lt; best_ch)):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best_ch, best = ch, v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print(best_ch, best)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19/30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20. 좌표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정렬 key 튜플.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sort(key=...) 사용.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pts = [tuple(map(int, input().split())) for _ in range(n)]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pts.sort(key=lambda p: (p[0], p[1]))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x, y in pts: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print(x, 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20/30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21. 함수로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함수 분리 연습.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sqrt(N)까지 나눠보기. 함수로 만들기.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import math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def is_prime(n):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for d in range(2, int(math.sqrt(n)) + 1):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if n % d == 0: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    return False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return True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print('PRIME' if is_prime(n) else 'COMPOSITE')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21/30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22. 예외 안전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예외 처리 실전.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try/except ValueError.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print(n)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except ValueError: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continue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22/30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23. map 응용: 자리수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map + sum.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문자열로 바꾼 뒤 map(int).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print(sum(map(int, n)))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23/30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24. 슬라이싱: 회전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슬라이싱 조합.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s[k:]+s[:k].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k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print(s[k:] + s[:k])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24/30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25. 딕셔너리: 전화번호부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해시 조회 패턴.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dict 저장 후 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book = {}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_ in range(n):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name, phone = input().split()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book[name] = phone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q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_ in range(q):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name = input().strip()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print(book.get(name, 'NOT FOUND'))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25/30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26. 리스트: 중복 제거(순서 유지)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순서 유지 중복 제거는 set+list.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set으로 방문 체크.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seen = set()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out = []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x in arr: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x not in seen: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seen.add(x)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out.append(x)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print(' '.join(map(str, out)))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Solution 26/30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27. 반복문: 구구단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출력 포맷 연습.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for i in range(1,10).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i in range(1, 10):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print(f'{n}*{i}={n*i}')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Solution 27/30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28. 함수: 문자열 정규화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함수로 로직 분리.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strip + lower.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def normalize(s):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return s.strip().lower()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s = input()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print(normalize(s))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28/30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29. 클래스: 간단한 은행계좌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클래스는 상태(잔액)를 깔끔히 관리.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메서드로 상태 변경.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class BankAccount: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def __init__(self, balance):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self.balance = balance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def deposit(self, x):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self.balance += x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def withdraw(self, x):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if self.balance &gt;= x: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        self.balance -= x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acc = BankAccount(b)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for _ in range(n):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t, x = input().split()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x = int(x)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if t == 'D': acc.deposit(x)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else: acc.withdraw(x)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print(acc.balance)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Solution 29/30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해설 30. 예외: 안전한 나눗셈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해설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풀이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예외 처리 기본 응용.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try/except 또는 조건.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정답 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아래 코드를 그대로 제출해도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728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a, b = map(int, input().split())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try: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print(a / b)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except ZeroDivisionError: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  print(0)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Solution 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