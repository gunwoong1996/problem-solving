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5.2 논리 연산자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 / or / not</a:t>
            </a:r>
          </a:p>
          <a:p>
            <a:r>
              <a:t>조건을 조합하는 연산자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논리 연산자는 여러 조건을 하나로 묶는다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결과는 True 또는 False다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조건문의 핵심 도구다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and / or / not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print(True and False)   # 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print(True or False)    # True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print(not True)         #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범위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0 and x &lt; 10: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print("범위 내")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로그인 + 권한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login = True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admin = 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login and admin: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print("관리자")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여러 선택지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cmd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cmd == "y" or cmd == "Y":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print("YES")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입력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pw = input()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pw != "" and len(pw) &gt;= 8: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print("사용 가능")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not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not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print("비어 있음")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조건 단축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user = "kim"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user and len(user) &gt;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print("로그인")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False 우선 차단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!= 0 and 10 / x &gt; 1: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print("실행")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기본값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name = ""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result = name or "익명"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print(result)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다중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age = 25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age &gt;= 20 and age &lt; 30: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print("20대")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부정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admin = False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not admin: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print("일반 사용자")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and는 앞 조건이 False면 뒤를 보지 않는다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or는 앞 조건이 True면 뒤를 보지 않는다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not은 조건을 뒤집는다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논리 연산자는 조건을 안전하고 간결하게 만든다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