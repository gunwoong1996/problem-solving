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6. 반복문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/ while</a:t>
            </a:r>
          </a:p>
          <a:p>
            <a:r>
              <a:t>같은 작업을 반복 실행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반복문은 같은 코드를 여러 번 실행한다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for는 횟수가 정해진 반복에 적합하다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while은 조건 기반 반복에 적합하다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for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range(3):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while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1부터 5까지 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range(1, 6):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리스트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[10, 20, 30]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x in arr: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문자열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"abc"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ch in s: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누적 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total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range(1, 6):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total += i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print(total)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조건과 함께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% 2 ==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2: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continue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while 무한루프 방지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입력 반복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x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x == "q":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중첩 반복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range(2):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for j in range(3):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print(i, j)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for + range 조합은 필수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break / continue 자주 등장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while 무한루프 주의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반복문은 문제 해결의 핵심 도구다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