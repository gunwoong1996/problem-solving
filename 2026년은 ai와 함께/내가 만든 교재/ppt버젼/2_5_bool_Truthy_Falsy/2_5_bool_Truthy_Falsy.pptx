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2.5 불(bool) / Truthy · Falsy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참(True)과 거짓(False)</a:t>
            </a:r>
          </a:p>
          <a:p>
            <a:r>
              <a:t>조건문의 핵심 개념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개념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• bool 자료형은 True 또는 False 값만 가진다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if문은 True / False 기준으로 실행된다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파이썬에는 Truthy / Falsy 개념이 존재한다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bool 기본 사용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print(True)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print(False)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 = 10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print(a &gt; 5)     # True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print(a == 0)    # False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Falsy 값들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False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0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0.0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""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[]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{}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None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1 : 숫자 조건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n = 0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n: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print("참")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else: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print("거짓")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2 : 문자열 조건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s = ""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s: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print("입력 있음")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else: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print("입력 없음")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3 : 리스트 비었는지 검사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arr = []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not arr: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print("비어 있음")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4 : 검색 결과 처리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result = [1, 2, 3]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result: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print("결과 존재")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5 : None 체크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data = None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data is None: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print("값 없음")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6 : 로그인 여부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user_id = "kim"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user_id: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print("로그인 상태")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7 : 딕셔너리 조건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profile = {}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profile: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print("정보 있음")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else: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print("정보 없음")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8 : 함수 반환값 검사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def find():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return None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not find():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print("찾지 못함")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9 : 입력값 검증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pw = input()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pw: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print("입력 완료")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10 : 조건문 단축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arr = [1, 2, 3]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arr: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print(len(arr))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코딩 테스트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• 빈 자료형은 False로 판단된다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not을 활용하면 가독성이 좋아진다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None 비교는 is / is not 사용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한 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조건문은 True/False가 아니라 Truthy/Falsy로 동작한다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