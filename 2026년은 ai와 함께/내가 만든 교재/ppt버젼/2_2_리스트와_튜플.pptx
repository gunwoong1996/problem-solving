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2.2 리스트와 튜플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여러 개의 값을 저장하는 자료형</a:t>
            </a:r>
          </a:p>
          <a:p>
            <a:r>
              <a:t>List vs Tuple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리스트(List)는 여러 값을 순서대로 저장한다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튜플(Tuple)은 리스트와 같지만 값 변경이 불가능하다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둘 다 인덱스로 접근한다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리스트 기본 사용법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nums = [1, 2, 3]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print(nums[0])     # 1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nums[0] = 10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print(nums)        # [10, 2, 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튜플 기본 사용법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t = (1, 2, 3)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print(t[1])        # 2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t[1] = 10  ❌ 오류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자주 쓰는 리스트 연산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nums = [1, 2, 3]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nums.append(4)    # 추가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nums.pop()        # 삭제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len(nums)         # 길이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sum(nums)         # 합계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중요 예제 5가지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1. 리스트 생성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a = []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2. 값 추가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a.append(5)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3. 값 삭제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a.pop()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4. 최대 / 최소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max(a), min(a)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5. 정렬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a.sort()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값 변경이 필요하면 리스트 사용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pop()은 마지막 값 제거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sort()는 원본을 변경한다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리스트는 수정 가능, 튜플은 수정 불가능한 자료형이다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