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7. 함수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Function</a:t>
            </a:r>
          </a:p>
          <a:p>
            <a:r>
              <a:t>코드를 묶어 재사용한다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함수는 여러 줄의 코드를 하나로 묶는다</a:t>
            </a:r>
          </a:p>
          <a:p>
            <a:r>
              <a:t>• 중복 코드를 제거하고 가독성을 높인다</a:t>
            </a:r>
          </a:p>
          <a:p>
            <a:r>
              <a:t>• 입력(parameter)과 출력(return)을 가진다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함수 기본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add(a, b):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a + b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print(add(3, 5))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return 없는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hello():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print('hello')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hello()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1: 두 수 더하기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add(a, b):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a +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2: 짝수 판별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is_even(n):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n % 2 == 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3: 리스트 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list_sum(arr):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total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for x in arr: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total += x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total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4: 문자열 길이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strlen(s):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len(s)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5: 기본값 매개변수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greet(name='손님'):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print(name)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6: 여러 값 반환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calc(a, b):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a+b, a-b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7: 함수 조합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square(x):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x*x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double(x):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x*2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8: 조건 포함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grade(score):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score &gt;= 60: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return '합격'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'불합격'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9: 입력 처리 함수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read_int():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int(input())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10: 함수 재사용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def power(x):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return x*x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print(power(3))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print(power(5))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함수는 문제를 쪼개는 도구</a:t>
            </a:r>
          </a:p>
          <a:p>
            <a:r>
              <a:t>• return 없으면 None 반환</a:t>
            </a:r>
          </a:p>
          <a:p>
            <a:r>
              <a:t>• 입력/출력 로직 분리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함수는 코드를 재사용하기 위한 가장 강력한 도구다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