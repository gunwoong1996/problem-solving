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4. 들여쓰기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Indentation</a:t>
            </a:r>
          </a:p>
          <a:p>
            <a:r>
              <a:t>파이썬 문법의 핵심 규칙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개념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• 파이썬은 중괄호 대신 들여쓰기로 코드 블록을 구분한다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같은 블록은 반드시 같은 들여쓰기 깊이를 가져야 한다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보통 공백 4칸을 사용한다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올바른 들여쓰기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True: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print("참")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print("실행됨")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print("조건문 종료")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잘못된 들여쓰기 (에러)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True: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print("에러 발생")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1 : if 블록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x = 10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x &gt; 5: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print("크다")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print("조건 만족")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2 : if-else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x = 3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x &gt; 5: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print("크다")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else: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print("작다")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3 : for문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for i in range(3):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print(i)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4 : 중첩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for i in range(2):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if i == 1: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print("조건 충족")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5 : while문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 = 0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while i &lt; 3: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print(i)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i +=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6 : 함수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def add(a, b):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return a + 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7 : 클래스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class Person: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def __init__(self, name):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self.name = name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8 : 들여쓰기 오류 방지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True: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print("ok")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# 탭과 공백 섞지 말 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9 : pass 사용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True: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pass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print("다음 코드")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실전 예제 10 : 블록 종료 위치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if True: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print("블록")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print("밖")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코딩 테스트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• 들여쓰기 하나라도 틀리면 런타임 에러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탭(Tab)과 공백(Space)을 섞지 말 것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IDE 자동 정렬 적극 활용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한 줄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파이썬에서 들여쓰기는 문법 그 자체다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