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9. 슬라이싱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Slicing</a:t>
            </a:r>
          </a:p>
          <a:p>
            <a:r>
              <a:t>부분 추출의 핵심 문법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슬라이싱은 자료형의 일부를 잘라낸다</a:t>
            </a:r>
          </a:p>
          <a:p>
            <a:r>
              <a:t>• 문자열, 리스트, 튜플에서 사용 가능</a:t>
            </a:r>
          </a:p>
          <a:p>
            <a:r>
              <a:t>• [시작:끝:간격] 형태를 가진다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슬라이싱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'python'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print(s[0:2])   # py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print(s[2:])    # thon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print(s[:4])    # pyth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간격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print(s[::2])   # pto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print(s[::-1])  # nohtyp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1: 문자열 앞부분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'abcdef'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print(s[:3])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2: 문자열 뒷부분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print(s[3:])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3: 리스트 슬라이싱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[1,2,3,4,5]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print(arr[1:4])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4: 리스트 복사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copy = arr[:]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5: 역순 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print(arr[::-1])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6: 짝수 인덱스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print(arr[::2])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7: 음수 인덱스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print(arr[-3:])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8: 문자열 분리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word = 'helloWorld'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print(word[:5], word[5:])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9: 튜플 슬라이싱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 = (1,2,3,4)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print(t[1:3])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10: 슬라이싱 수정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arr[1:3] = [9, 9]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끝 인덱스는 포함되지 않는다</a:t>
            </a:r>
          </a:p>
          <a:p>
            <a:r>
              <a:t>• [:] 는 전체 복사</a:t>
            </a:r>
          </a:p>
          <a:p>
            <a:r>
              <a:t>• [::-1]은 역순 단골 패턴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슬라이싱은 자료형을 자유자재로 다루는 핵심 기술이다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