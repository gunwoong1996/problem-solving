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5.3 삼항 연산자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조건 표현식</a:t>
            </a:r>
          </a:p>
          <a:p>
            <a:r>
              <a:t>한 줄 조건 처리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조건에 따라 값을 선택하는 표현식이다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if-else를 한 줄로 표현한다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값 반환에 사용한다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기본 문법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값1 if 조건 else 값2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10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"양수" if x &gt; 0 else "음수"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짝수 / 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"짝수" if n % 2 == 0 else "홀수"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최대값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 = 3, 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max_val = a if a &gt; b else b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print(max_val)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합격 여부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"합격" if score &gt;= 60 else "불합격"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로그인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 = "kim"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msg = "로그인" if user else "비로그인"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print(msg)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할인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price = 10000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price = price * 0.9 if price &gt;= 5000 else price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print(price)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문자열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msg = "길다" if len(s) &gt;= 5 else "짧다"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print(msg)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None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None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data if data is not None else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리스트 비어 있음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len(arr) if arr else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권한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admin = 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msg = "관리자" if admin else "일반 사용자"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print(msg)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출력 선택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-3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print("양수" if x &gt; 0 else "음수")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값 선택에만 사용하자 (로직 과용 금지)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중첩 삼항 연산자는 가독성 최악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if-else 대체용으로 적절히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삼항 연산자는 조건에 따른 값을 간결하게 선택한다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