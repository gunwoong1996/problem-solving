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2.3 문자열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문자의 집합 (String)</a:t>
            </a:r>
          </a:p>
          <a:p>
            <a:r>
              <a:t>파이썬 문자열 핵심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문자열은 문자들의 순서 있는 집합이다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인덱싱과 슬라이싱이 가능하다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문자열은 수정이 불가능(immutable)하다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문자열 기본 사용법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 = "hello"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print(s[0])     # h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print(s[-1])    # o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s[0] = 'H'  ❌ 오류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 = "python"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print(s[0:2])   # py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print(s[2:])    # thon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print(s[:4])    # pyth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문자열 주요 메서드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 = "Hello World"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s.lower()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s.upper()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s.replace("World", "Python")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s.split()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예제 10가지 (1~5)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1. 문자열 길이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len("abc")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2. 문자열 연결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"hello" + " world"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3. 문자열 반복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"ha" * 3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4. 포함 여부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"a" in "apple"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5. 공백 제거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 hi ".strip()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예제 10가지 (6~10)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6. 대소문자 변환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"abc".upper()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7. 문자열 분리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"a,b,c".split(",")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8. 문자열 합치기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"-".join(["a", "b", "c"])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9. 숫자 문자열 판별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"123".isdigit()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# 10. 시작/끝 확인</a:t>
            </a:r>
          </a:p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"python".startswith("py")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문자열은 직접 수정할 수 없다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split / join은 거의 필수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슬라이싱은 에러 없이 안전하다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문자열은 수정 불가하므로 가공은 새 문자열로 만들어야 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