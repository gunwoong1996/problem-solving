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0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2.3 문자열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문자의 집합 (String)</a:t>
            </a:r>
          </a:p>
          <a:p>
            <a:r>
              <a:t>파이썬 문자열 핵심 활용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2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핵심 개념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rPr dirty="0"/>
              <a:t>• </a:t>
            </a:r>
            <a:r>
              <a:rPr dirty="0" err="1"/>
              <a:t>문자열은</a:t>
            </a:r>
            <a:r>
              <a:rPr dirty="0"/>
              <a:t> </a:t>
            </a:r>
            <a:r>
              <a:rPr dirty="0" err="1"/>
              <a:t>문자들의</a:t>
            </a:r>
            <a:r>
              <a:rPr dirty="0"/>
              <a:t> </a:t>
            </a:r>
            <a:r>
              <a:rPr dirty="0" err="1"/>
              <a:t>순서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집합이다</a:t>
            </a:r>
            <a:endParaRPr dirty="0"/>
          </a:p>
          <a:p>
            <a:pPr>
              <a:defRPr sz="1800">
                <a:solidFill>
                  <a:srgbClr val="282828"/>
                </a:solidFill>
              </a:defRPr>
            </a:pPr>
            <a:r>
              <a:rPr dirty="0"/>
              <a:t>• </a:t>
            </a:r>
            <a:r>
              <a:rPr dirty="0" err="1"/>
              <a:t>인덱싱과</a:t>
            </a:r>
            <a:r>
              <a:rPr dirty="0"/>
              <a:t> </a:t>
            </a:r>
            <a:r>
              <a:rPr dirty="0" err="1"/>
              <a:t>슬라이싱이</a:t>
            </a:r>
            <a:r>
              <a:rPr dirty="0"/>
              <a:t> </a:t>
            </a:r>
            <a:r>
              <a:rPr dirty="0" err="1"/>
              <a:t>가능하다</a:t>
            </a:r>
            <a:endParaRPr dirty="0"/>
          </a:p>
          <a:p>
            <a:pPr>
              <a:defRPr sz="1800">
                <a:solidFill>
                  <a:srgbClr val="282828"/>
                </a:solidFill>
              </a:defRPr>
            </a:pPr>
            <a:r>
              <a:rPr dirty="0"/>
              <a:t>• </a:t>
            </a:r>
            <a:r>
              <a:rPr dirty="0" err="1"/>
              <a:t>문자열은</a:t>
            </a:r>
            <a:r>
              <a:rPr dirty="0"/>
              <a:t> </a:t>
            </a:r>
            <a:r>
              <a:rPr dirty="0" err="1"/>
              <a:t>수정이</a:t>
            </a:r>
            <a:r>
              <a:rPr dirty="0"/>
              <a:t> </a:t>
            </a:r>
            <a:r>
              <a:rPr dirty="0" err="1"/>
              <a:t>불가능</a:t>
            </a:r>
            <a:r>
              <a:rPr dirty="0"/>
              <a:t>(immutable)</a:t>
            </a:r>
            <a:r>
              <a:rPr dirty="0" err="1"/>
              <a:t>하다</a:t>
            </a:r>
            <a:endParaRPr lang="en-US" dirty="0"/>
          </a:p>
          <a:p>
            <a:pPr>
              <a:defRPr sz="1800">
                <a:solidFill>
                  <a:srgbClr val="282828"/>
                </a:solidFill>
              </a:defRPr>
            </a:pPr>
            <a:endParaRPr lang="en-US" dirty="0"/>
          </a:p>
          <a:p>
            <a:pPr>
              <a:defRPr sz="1800">
                <a:solidFill>
                  <a:srgbClr val="282828"/>
                </a:solidFill>
              </a:defRPr>
            </a:pPr>
            <a:endParaRPr lang="en-US" dirty="0"/>
          </a:p>
          <a:p>
            <a:pPr>
              <a:defRPr sz="1800">
                <a:solidFill>
                  <a:srgbClr val="282828"/>
                </a:solidFill>
              </a:defRPr>
            </a:pPr>
            <a:endParaRPr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F092D5A-0F6F-0206-15AE-B602CE699D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20040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문자열은 불변(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immutable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변경하려면 반드시 다시 저장해야 함</a:t>
            </a:r>
            <a:endParaRPr kumimoji="0" lang="ko-KR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s.upper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()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문자열 기본 사용법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s = "hello"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print(s[0])     # h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print(s[-1])    # o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s[0] = 'H'  ❌ 오류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슬라이싱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s = "python"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print(s[0:2])   # py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print(s[2:])    # thon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print(s[:4])    # pyth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문자열</a:t>
            </a:r>
            <a:r>
              <a:rPr dirty="0"/>
              <a:t> </a:t>
            </a:r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메서드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dirty="0"/>
              <a:t>s = "Hello World"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1.</a:t>
            </a:r>
            <a:r>
              <a:rPr dirty="0"/>
              <a:t>s.lower()</a:t>
            </a:r>
            <a:r>
              <a:rPr lang="ko-KR" altLang="en-US" dirty="0"/>
              <a:t> 모든 문자를 소문자로 변환</a:t>
            </a:r>
            <a:endParaRPr lang="en-US" altLang="ko-KR"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br>
              <a:rPr lang="en-US" dirty="0"/>
            </a:br>
            <a:r>
              <a:rPr lang="en-US" dirty="0"/>
              <a:t>-s = "Hello World"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-print(</a:t>
            </a:r>
            <a:r>
              <a:rPr lang="en-US" dirty="0" err="1"/>
              <a:t>s.lower</a:t>
            </a:r>
            <a:r>
              <a:rPr lang="en-US" dirty="0"/>
              <a:t>())</a:t>
            </a:r>
          </a:p>
          <a:p>
            <a:pPr marL="0" indent="0">
              <a:buNone/>
              <a:defRPr sz="1600">
                <a:solidFill>
                  <a:srgbClr val="1E1E1E"/>
                </a:solidFill>
                <a:latin typeface="Consolas"/>
              </a:defRPr>
            </a:pPr>
            <a:endParaRPr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2.</a:t>
            </a:r>
            <a:r>
              <a:rPr dirty="0"/>
              <a:t>s.upper()</a:t>
            </a:r>
            <a:r>
              <a:rPr lang="ko-KR" altLang="en-US" dirty="0"/>
              <a:t> 모든 문자를 대문자로 변환</a:t>
            </a:r>
            <a:endParaRPr lang="en-US"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3.</a:t>
            </a:r>
            <a:r>
              <a:rPr dirty="0"/>
              <a:t>s.replace("World", "Python")</a:t>
            </a:r>
            <a:r>
              <a:rPr lang="en-US" dirty="0"/>
              <a:t> </a:t>
            </a:r>
            <a:r>
              <a:rPr lang="ko-KR" altLang="en-US" dirty="0"/>
              <a:t>문자열 일부를 다른 문자열로 교체</a:t>
            </a:r>
            <a:endParaRPr lang="en-US" altLang="ko-KR"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print(</a:t>
            </a:r>
            <a:r>
              <a:rPr lang="en-US" dirty="0" err="1"/>
              <a:t>s.replace</a:t>
            </a:r>
            <a:r>
              <a:rPr lang="en-US" dirty="0"/>
              <a:t>("World", "Python"))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World -&gt; python</a:t>
            </a:r>
            <a:r>
              <a:rPr lang="ko-KR" altLang="en-US" dirty="0"/>
              <a:t>으로 변경</a:t>
            </a:r>
            <a:endParaRPr lang="en-US"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4.</a:t>
            </a:r>
            <a:r>
              <a:rPr dirty="0"/>
              <a:t>s.split()</a:t>
            </a:r>
            <a:r>
              <a:rPr lang="ko-KR" altLang="en-US" dirty="0"/>
              <a:t> 문자열을 쪼개서 리스트로 변환</a:t>
            </a:r>
            <a:endParaRPr lang="en-US" altLang="ko-KR"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 lang="en-US"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s = "</a:t>
            </a:r>
            <a:r>
              <a:rPr lang="en-US" dirty="0" err="1"/>
              <a:t>apple,banana,orange</a:t>
            </a:r>
            <a:r>
              <a:rPr lang="en-US" dirty="0"/>
              <a:t>"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print(</a:t>
            </a:r>
            <a:r>
              <a:rPr lang="en-US" dirty="0" err="1"/>
              <a:t>s.split</a:t>
            </a:r>
            <a:r>
              <a:rPr lang="en-US" dirty="0"/>
              <a:t>(","))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 lang="en-US" dirty="0"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rPr lang="en-US" dirty="0"/>
              <a:t>['apple', 'banana', 'orange']</a:t>
            </a:r>
            <a:endParaRPr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771F1C6-5A62-DD25-1302-96EFF4A52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5489"/>
            <a:ext cx="146546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"World"</a:t>
            </a:r>
            <a:r>
              <a:rPr kumimoji="0" lang="ko-KR" altLang="ko-KR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Python"</a:t>
            </a:r>
            <a:r>
              <a:rPr kumimoji="0" lang="ko-KR" altLang="ko-KR" sz="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으</a:t>
            </a:r>
            <a:r>
              <a:rPr kumimoji="0" lang="ko-KR" altLang="ko-KR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변경 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중요 예제 10가지 (1~5)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1. 문자열 길이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len("abc")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2. 문자열 연결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"hello" + " world"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3. 문자열 반복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"ha" * 3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4. 포함 여부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"a" in "apple"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5. 공백 제거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 hi ".strip()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중요 예제 10가지 (6~10)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6. 대소문자 변환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"abc".upper()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7. 문자열 분리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"a,b,c".split(",")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8. 문자열 합치기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"-".join(["a", "b", "c"])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9. 숫자 문자열 판별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"123".isdigit()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# 10. 시작/끝 확인</a:t>
            </a:r>
          </a:p>
          <a:p>
            <a:pPr>
              <a:defRPr sz="1600">
                <a:solidFill>
                  <a:srgbClr val="1E1E1E"/>
                </a:solidFill>
                <a:latin typeface="Consolas"/>
              </a:defRPr>
            </a:pPr>
            <a:r>
              <a:t>"python".startswith("py")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코딩 테스트 포인트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• 문자열은 직접 수정할 수 없다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• split / join은 거의 필수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• 슬라이싱은 에러 없이 안전하다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줄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문자열은 수정 불가하므로 가공은 새 문자열로 만들어야 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393</Words>
  <Application>Microsoft Office PowerPoint</Application>
  <PresentationFormat>화면 슬라이드 쇼(4:3)</PresentationFormat>
  <Paragraphs>78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Arial Unicode MS</vt:lpstr>
      <vt:lpstr>Arial</vt:lpstr>
      <vt:lpstr>Calibri</vt:lpstr>
      <vt:lpstr>Consolas</vt:lpstr>
      <vt:lpstr>Office Theme</vt:lpstr>
      <vt:lpstr>2.3 문자열</vt:lpstr>
      <vt:lpstr>핵심 개념</vt:lpstr>
      <vt:lpstr>문자열 기본 사용법</vt:lpstr>
      <vt:lpstr>슬라이싱</vt:lpstr>
      <vt:lpstr>문자열 주요 메서드</vt:lpstr>
      <vt:lpstr>중요 예제 10가지 (1~5)</vt:lpstr>
      <vt:lpstr>중요 예제 10가지 (6~10)</vt:lpstr>
      <vt:lpstr>코딩 테스트 포인트</vt:lpstr>
      <vt:lpstr>한 줄 요약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2.3 문자열</dc:title>
  <dc:subject/>
  <dc:creator/>
  <cp:keywords/>
  <dc:description>generated using python-pptx</dc:description>
  <cp:lastModifiedBy>선임 김지연</cp:lastModifiedBy>
  <cp:revision>3</cp:revision>
  <dcterms:created xsi:type="dcterms:W3CDTF">2013-01-27T09:14:16Z</dcterms:created>
  <dcterms:modified xsi:type="dcterms:W3CDTF">2026-01-21T08:29:12Z</dcterms:modified>
  <cp:category/>
</cp:coreProperties>
</file>