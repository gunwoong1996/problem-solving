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10. 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반복 + 변환</a:t>
            </a:r>
          </a:p>
          <a:p>
            <a:r>
              <a:t>코딩 테스트 필수 도구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map은 모든 요소에 함수를 적용한다</a:t>
            </a:r>
          </a:p>
          <a:p>
            <a:r>
              <a:t>• 반복문 없이 일괄 변환 가능</a:t>
            </a:r>
          </a:p>
          <a:p>
            <a:r>
              <a:t>• 입력 처리에서 가장 많이 사용된다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map 기본 문법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map(함수, 반복가능객체)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map(int, ['1', '2', '3'])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print(list(nums))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입력 처리 단골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a, b = map(int, input().split())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 + 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1: 문자열 → 정수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['1', '2', '3']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list(map(int, nums))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print(nums)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2: 입력 여러 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list(map(int, input().split()))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print(arr)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3: 실수 변환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['1.5', '2.5']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list(map(float, nums))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print(nums)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4: 문자열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words = ['hi', 'hello']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lengths = list(map(len, words))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print(lengths)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5: 대문자 변환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words = ['a', 'b']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list(map(str.upper, words))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6: lambda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[1,2,3]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list(map(lambda x: x*x, nums))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7: 두 리스트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 = [1,2,3]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b = [4,5,6]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list(map(lambda x,y: x+y, a, b))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8: map +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[1,2,3,4]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list(map(lambda x: x*2 if x%2==0 else x, nums))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9: map 결과 재사용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map(int, input().split())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total = sum(nums)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print(total)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10: for문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['1','2','3']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[int(x) for x in nums]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print(nums)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map 결과는 한 번만 사용 가능</a:t>
            </a:r>
          </a:p>
          <a:p>
            <a:r>
              <a:t>• list로 감싸야 출력 가능</a:t>
            </a:r>
          </a:p>
          <a:p>
            <a:r>
              <a:t>• input().split()과 세트로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map은 입력 처리와 변환을 한 번에 해결한다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