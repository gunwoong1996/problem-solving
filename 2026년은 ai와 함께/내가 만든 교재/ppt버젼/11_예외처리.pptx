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11. 예외 처리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Exception Handling</a:t>
            </a:r>
          </a:p>
          <a:p>
            <a:r>
              <a:t>에러를 제어하는 기술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예외는 실행 중 발생하는 오류</a:t>
            </a:r>
          </a:p>
          <a:p>
            <a:r>
              <a:t>• try-except로 프로그램 중단 방지</a:t>
            </a:r>
          </a:p>
          <a:p>
            <a:r>
              <a:t>• 안정적인 코드의 핵심 요소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x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print(10 / x)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print('에러 발생')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특정 예외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x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print(10 / x)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ValueError: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print('숫자 아님')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ZeroDivisionError: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print('0으로 나눔')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 : ValueError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n = int('a')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ValueError: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print('변환 실패')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 : ZeroDivisionError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print(10 / 0)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ZeroDivisionError: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print('0으로 나눔')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 : IndexError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[1,2]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print(arr[5])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IndexError: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print('인덱스 오류')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 : KeyError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 = {'a':1}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print(d['b'])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KeyError: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print('키 없음')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 : else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x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print('에러')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print('정상')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 : finally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f = open('a.txt')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print('실패')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finally: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print('항상 실행')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 : 여러 예외 묶기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x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print(10/x)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except (ValueError, ZeroDivisionError):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print('입력 오류')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 : 입력 보호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n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except ValueError: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print('다시 입력')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 : 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-1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&lt;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raise ValueError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 : 함수 + 예외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safe_div(a,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return a / b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except ZeroDivisionError: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return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except 남용 금지</a:t>
            </a:r>
          </a:p>
          <a:p>
            <a:r>
              <a:t>• 특정 예외만 처리</a:t>
            </a:r>
          </a:p>
          <a:p>
            <a:r>
              <a:t>• 입력 검증에 자주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예외 처리는 프로그램을 안전하게 만든다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