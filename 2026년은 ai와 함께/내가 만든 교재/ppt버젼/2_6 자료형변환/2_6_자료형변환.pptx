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2.6 자료형 변환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Type Casting</a:t>
            </a:r>
          </a:p>
          <a:p>
            <a:r>
              <a:t>코딩 테스트 필수 개념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input()으로 입력받은 값은 항상 문자열이다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연산을 위해서는 반드시 자료형 변환이 필요하다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파이썬은 명시적 형 변환을 자주 요구한다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입력값은 문자열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a, b = input().split()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 + b)      # 문자열 결합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print(int(a) + int(b))  # 숫자 덧셈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문자열 → 정수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int("10")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 + 5)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문자열 → 실수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float("3.14")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print(x *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숫자 → 문자열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age = 20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print("나이: " + str(age))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리스트 변환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list("123")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print(nums)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map + 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a, b, c = map(int, input().split())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 + b + 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문자열 분리 후 변환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data = "10,20,30"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nums = list(map(int, data.split(',')))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print(nums)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bool 변환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print(bool(0))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print(bool(1))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공백 문자열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""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print(bool(s))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리스트 길이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[1, 2, 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int(len(arr)) &gt; 2: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print("길다")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예외 방지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""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int(s) if s else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형 변환 누락으로 오답 발생 빈번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map(int, input().split()) 패턴 필수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빈 문자열 변환은 조건 처리 필요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입력값은 항상 문자열이므로 형 변환은 선택이 아니라 필수다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