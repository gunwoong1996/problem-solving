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2.1 숫자 (Number)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정수(int) · 실수(float)</a:t>
            </a:r>
          </a:p>
          <a:p>
            <a:r>
              <a:t>파이썬 숫자 연산 핵심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파이썬 숫자는 정수(int)와 실수(float)로 나뉜다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연산 결과에 따라 자료형이 자동으로 결정된다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나눗셈은 결과 자료형 변화에 특히 주의해야 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기본 연산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a = 7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b = 2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print(a + b)   # 9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print(a - b)   # 5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print(a * b)   # 14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print(a / b)   # 3.5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정수 나눗셈과 나머지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a = 7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b = 2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print(a // b)  # 3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print(a % b)   # 1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⚠ // 는 내림 연산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추가 개념 예제 (중요 5가지)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1. 거듭제곱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print(2 ** 3)      # 8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2. 음수 나눗셈 주의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print(-7 // 2)     # -4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3. 절댓값 (차이 계산)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print(abs(-10))    # 10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4. 반올림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print(round(3.6))  # 4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5. 자료형 확인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print(type(7 / 2)) # float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/ 와 // 는 결과가 완전히 다르다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음수 // 연산은 항상 내림이 적용된다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나눗셈 후 type()으로 자료형 확인 습관화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숫자 연산에서는 나눗셈 방식과 결과 자료형을 반드시 확인하자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