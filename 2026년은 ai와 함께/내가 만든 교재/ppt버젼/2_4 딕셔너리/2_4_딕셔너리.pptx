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2.4 딕셔너리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- Value 구조</a:t>
            </a:r>
          </a:p>
          <a:p>
            <a:r>
              <a:t>실전에서 가장 많이 쓰는 자료형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딕셔너리는 key : value 형태로 데이터를 저장한다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의미 있는 데이터를 다룰 때 사용한다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key를 통해 매우 빠르게 접근할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 = {"id": "kim", "age": 20}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print(user["id"])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권한 체크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 = {"level": 5}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user["level"] &gt;=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print("접근 가능")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안전한 조회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profile = {"name": "lee"}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age = profile.get("age", 0)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값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{}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data["score"] = 100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값 수정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{"score": 80}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data["score"] = 90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존재 여부 확인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menu = {"coffee": 3000}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"coffee" in menu: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print("판매중")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key만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scores = {"kim": 90, "lee": 85}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name in scores: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print(name)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value만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scores = {"kim": 90, "lee": 85}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score in scores.values():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print(score)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key-value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scores = {"kim": 90, "lee": 85}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name, score in scores.items():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print(name, score)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기본값 설정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count = {}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count["a"] = count.get("a", 0) + 1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print(count)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없는 key 접근은 에러 → get() 사용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items(), values() 활용 빈도 매우 높음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기본값 누적 패턴은 단골 문제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딕셔너리는 이름 있는 데이터를 다루는 최강의 자료형이다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