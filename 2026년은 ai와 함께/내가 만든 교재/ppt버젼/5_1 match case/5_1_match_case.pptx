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5.1 match-case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패턴 매칭 조건문</a:t>
            </a:r>
          </a:p>
          <a:p>
            <a:r>
              <a:t>Python 3.10+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개념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• match-case는 값 기반 분기 처리 문법이다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여러 elif를 깔끔하게 대체할 수 있다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Python 3.10 이상에서 사용 가능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기본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cmd = input()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match cmd: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case "start":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print("시작")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case "stop":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print("중지")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case _: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print("알 수 없음")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elif와 비교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cmd == "start":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print("시작")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elif cmd == "stop":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print("중지")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else: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print("알 수 없음")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1 : 메뉴 선택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menu = int(input())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match menu: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case 1: print("김밥")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case 2: print("라면")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case 3: print("떡볶이")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case _: print("메뉴 없음")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2 : 요일 처리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day = input()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match day: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case "Mon" | "Tue" | "Wed" | "Thu" | "Fri":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print("평일")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case "Sat" | "Sun":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print("주말")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3 : 점수 등급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score = int(input())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match score // 10: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case 10 | 9: print("A")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case 8: print("B")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case _: print("C")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4 : 문자열 명령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cmd = input()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match cmd: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case "up": print("위")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case "down": print("아래")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5 : 기본값 처리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x = input()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match x: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case "": print("빈 값")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case _: print("입력 있음")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6 : 튜플 패턴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point = (1, 0)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match point: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case (0, 0): print("원점")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case (x, 0): print("x축")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case (0, y): print("y축")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7 : 리스트 패턴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arr = [1, 2, 3]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match arr: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case [a, b, c]: print(a + b + c)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8 : 와일드카드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data = [1, 2, 3, 4]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match data: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case [_, _, *rest]: print(rest)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9 : 조건 추가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n = int(input())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match n: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case x if x &gt; 0: print("양수")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case _: print("0 또는 음수")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10 : 다중 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x = input()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match x: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case "y" | "Y": print("YES")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case "n" | "N": print("NO")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코딩 테스트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• Python 3.10 이상에서만 사용 가능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case _ 는 default 역할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복잡한 elif 대체용으로 사용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한 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match-case는 값 기반 분기를 깔끔하게 처리한다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