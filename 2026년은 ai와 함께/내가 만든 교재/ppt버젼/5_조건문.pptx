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5. 조건문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if / elif / else</a:t>
            </a:r>
          </a:p>
          <a:p>
            <a:r>
              <a:t>프로그램의 흐름 제어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조건에 따라 실행 흐름을 분기한다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조건식의 결과는 True / False로 판단된다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위에서부터 순서대로 검사된다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if 기본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10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x &gt; 5: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print("크다")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if -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3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x &gt; 5: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print("크다")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print("작다")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if - elif -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score = 85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score &gt;= 90: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print("A")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elif score &gt;= 80: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print("B")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print("C")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 : 짝수 / 홀수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n % 2 == 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print("짝수")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print("홀수")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2 : 합격 여부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score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score &gt;= 60: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print("합격")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print("불합격")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3 : 구간 판단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x &lt; 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print("음수")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elif x == 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print("0")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print("양수")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4 : 로그인 체크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user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user: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print("로그인")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print("비로그인")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5 : 할인 적용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price = 10000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price &gt;= 5000: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price *= 0.9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print(price)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6 : 리스트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[1, 2, 3]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len(arr) &gt;= 3: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print("충분")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7 : 딕셔너리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data = {"a": 1}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"a" in data: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print(data["a"])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8 : 중첩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age = 20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age &gt;= 19: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age &gt;= 65: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print("노인")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print("성인")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9 : 조건 단축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10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x &gt; 0: print("양수")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10 : 여러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5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x &gt; 0 and x &lt; 10: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print("범위 내")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조건 순서가 결과를 바꾼다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elif는 여러 번 사용 가능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and / or / not 자주 사용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조건문은 프로그램의 흐름을 결정하는 핵심 도구다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